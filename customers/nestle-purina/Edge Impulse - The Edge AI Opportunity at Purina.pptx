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18872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19456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320040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20624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8288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18872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19456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320040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420624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8288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118872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219456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320040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420624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18288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118872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0440" y="219456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320040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0440" y="420624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18288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118872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19456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320040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420624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15000" y="18288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0" y="118872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15000" y="219456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5000" y="320040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420624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18288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12280" y="118872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12280" y="219456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12280" y="320040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12280" y="420624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09560" y="18288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09560" y="118872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09560" y="219456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09560" y="320040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09560" y="4206240"/>
            <a:ext cx="36576" cy="36576"/>
          </a:xfrm>
          <a:prstGeom prst="oval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3" name="Shape 41"/>
          <p:cNvSpPr/>
          <p:nvPr/>
        </p:nvSpPr>
        <p:spPr>
          <a:xfrm>
            <a:off x="7114032" y="0"/>
            <a:ext cx="36576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347472"/>
            <a:ext cx="1463040" cy="29260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347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0D4AA"/>
                </a:solidFill>
              </a:rPr>
              <a:t>EDGE IMPULSE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1005840"/>
            <a:ext cx="6492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Edge AI</a:t>
            </a:r>
            <a:endParaRPr lang="en-US" sz="5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Opportunity</a:t>
            </a:r>
            <a:endParaRPr lang="en-US" sz="5200" dirty="0"/>
          </a:p>
        </p:txBody>
      </p:sp>
      <p:sp>
        <p:nvSpPr>
          <p:cNvPr id="47" name="Shape 45"/>
          <p:cNvSpPr/>
          <p:nvPr/>
        </p:nvSpPr>
        <p:spPr>
          <a:xfrm>
            <a:off x="457200" y="2971800"/>
            <a:ext cx="219456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31546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Vision for Nestle Purina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457200" y="37033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Edge AI from Pet Tracker &amp; Smart Bowl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company-wide platform for intelligence</a:t>
            </a:r>
            <a:endParaRPr lang="en-US" sz="1300" dirty="0"/>
          </a:p>
        </p:txBody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645920"/>
            <a:ext cx="1188720" cy="1188720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7132320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Edge Impulse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AA"/>
                </a:solidFill>
              </a:rPr>
              <a:t>EDGE IMPULSE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 at the Point of Action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runs machine learning models directly on devices: no cloud required, no latency, no dependency.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76272"/>
            <a:ext cx="265176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76272"/>
            <a:ext cx="54864" cy="260604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5915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8346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Decisions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3218688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 in microseconds on-device. No round-trip to the cloud means instant action, critical for health alerts, anomaly detection, and safety.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2176272"/>
            <a:ext cx="265176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2176272"/>
            <a:ext cx="54864" cy="260604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35915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28346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Reliability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37560" y="3218688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sensor data never leaves the device. Systems work offline, in factories with no connectivity, and in environments where reliability is non-negotiable.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2176272"/>
            <a:ext cx="265176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2176272"/>
            <a:ext cx="54864" cy="26060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59152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28346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Cost Reduction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172200" y="3218688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ongoing cloud inference costs. A model trained once deploys to millions of devices, turning per-query cloud costs into a flat hardware investment.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AA"/>
                </a:solidFill>
              </a:rPr>
              <a:t>EDGE IMPULSE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Already Leading the Way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Nestle Purina is already demonstrating what Edge AI can do. These two projects are the foundation of something much larger.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1148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03120"/>
            <a:ext cx="54864" cy="265176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24028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74720" y="2286000"/>
            <a:ext cx="868680" cy="2011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7"/>
          <p:cNvSpPr/>
          <p:nvPr/>
        </p:nvSpPr>
        <p:spPr>
          <a:xfrm>
            <a:off x="3474720" y="228600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IN PRODUCTION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02920" y="27432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Activity Tracker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" y="3145536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motion classification on-device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349300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Activity, rest, and play pattern detection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38404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Low-power edge inference, days of battery life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418795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anomaly-based health alerts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2103120"/>
            <a:ext cx="41148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2103120"/>
            <a:ext cx="54864" cy="265176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240280"/>
            <a:ext cx="457200" cy="4572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863840" y="2286000"/>
            <a:ext cx="868680" cy="20116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6"/>
          <p:cNvSpPr/>
          <p:nvPr/>
        </p:nvSpPr>
        <p:spPr>
          <a:xfrm>
            <a:off x="7863840" y="228600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IN DEVELOPMENT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4892040" y="27432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Bowl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5074920" y="3145536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portion size detection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74920" y="349300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frequency and duration tracking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74920" y="38404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 speed classification (risk indicator)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074920" y="418795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Groundwork for multi-pet identification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28016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4028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0040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16052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32004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28016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24028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320040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416052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32004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128016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224028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320040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416052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32004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128016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63240" y="224028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63240" y="320040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63240" y="416052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0" y="32004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31920" y="128016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0" y="224028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0" y="320040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31920" y="416052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2004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128016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24028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20040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416052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32004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0" y="128016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0" y="224028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0" y="320040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0" y="416052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32004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37960" y="128016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37960" y="224028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320040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37960" y="416052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06640" y="32004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06640" y="128016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06640" y="224028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06640" y="320040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06640" y="416052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75320" y="32004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75320" y="128016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75320" y="224028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75320" y="320040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75320" y="4160520"/>
            <a:ext cx="36576" cy="36576"/>
          </a:xfrm>
          <a:prstGeom prst="oval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1234440"/>
            <a:ext cx="73152" cy="20116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3" name="Text 51"/>
          <p:cNvSpPr/>
          <p:nvPr/>
        </p:nvSpPr>
        <p:spPr>
          <a:xfrm>
            <a:off x="731520" y="1188720"/>
            <a:ext cx="7955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But This Is Just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Beginning.</a:t>
            </a:r>
            <a:endParaRPr lang="en-US" sz="4800" dirty="0"/>
          </a:p>
        </p:txBody>
      </p:sp>
      <p:sp>
        <p:nvSpPr>
          <p:cNvPr id="54" name="Text 52"/>
          <p:cNvSpPr/>
          <p:nvPr/>
        </p:nvSpPr>
        <p:spPr>
          <a:xfrm>
            <a:off x="731520" y="3200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Nestle Purina operates across 70+ countries, thousands of SKUs, and dozens of manufacturing sites.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sensor, every line, every product is an Edge AI opportunity.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731520" y="4251960"/>
            <a:ext cx="2468880" cy="4754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" y="42519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</a:rPr>
              <a:t>Pet Health &amp; Products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566160" y="4251960"/>
            <a:ext cx="2468880" cy="4754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8" name="Text 56"/>
          <p:cNvSpPr/>
          <p:nvPr/>
        </p:nvSpPr>
        <p:spPr>
          <a:xfrm>
            <a:off x="3566160" y="42519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</a:rPr>
              <a:t>Factory &amp; Quality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400800" y="4251960"/>
            <a:ext cx="246888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0" y="42519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</a:rPr>
              <a:t>Supply Chain &amp; Ops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AA"/>
                </a:solidFill>
              </a:rPr>
              <a:t>PET HEALTH &amp; WEARABLES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Tracker to Health Platform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pet tracker is a foundation. Edge AI unlocks a full suite of preventive health capabilities, all deployable on the same hardware.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29968"/>
            <a:ext cx="54864" cy="132588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4144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213969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Illness Detection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48716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anomalies in activity, temperature, and behavior patterns days before visible symptoms appear. On-device inference means instant alerts.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2029968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029968"/>
            <a:ext cx="54864" cy="1325880"/>
          </a:xfrm>
          <a:prstGeom prst="rect">
            <a:avLst/>
          </a:prstGeom>
          <a:solidFill>
            <a:srgbClr val="818CF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44144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213969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&amp; Recovery Analysis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94960" y="248716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sleep stages (deep, REM, restless) using accelerometer and gyroscope data. Chronic poor sleep is a veterinary flag.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" y="3493008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493008"/>
            <a:ext cx="54864" cy="13258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0448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36027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&amp; Mobility Monitoring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005840" y="395020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changes in stride length, symmetry, and weight distribution. Early indicator of arthritis, injury, or neurological issues.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54880" y="3493008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3493008"/>
            <a:ext cx="54864" cy="1325880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904488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94960" y="36027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&amp; Anxiety Detection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394960" y="395020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behavioral signatures of anxiety (pacing, trembling, inactivity) using motion and audio features. Valuable for shelter and clinical settings.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A5B4FC"/>
                </a:solidFill>
              </a:rPr>
              <a:t>SMART PRODUCTS &amp; NUTRITION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Smart Bowl, Reimagined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connected feeding platform that tracks nutrition, identifies individual pets, and flags feeding anomalies in real 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29968"/>
            <a:ext cx="54864" cy="132588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4144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213969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Portioning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48716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weight sensing with on-device inference to detect overeating, undereating, and meal skipping, correlated with vet-defined thresholds.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2029968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029968"/>
            <a:ext cx="54864" cy="13258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44144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213969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Intelligence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94960" y="248716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water intake frequency, volume per session, and trends over time. Dehydration is an early signal for kidney disease in cats.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" y="3493008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493008"/>
            <a:ext cx="54864" cy="13258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0448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36027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Multi-Pet Identification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005840" y="395020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RFID chip detection with ML-based behavior signatures to identify which pet is eating, even without a tag.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54880" y="3493008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3493008"/>
            <a:ext cx="54864" cy="132588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904488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94960" y="36027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Acceptance Modeling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394960" y="395020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acceptance/rejection of new formulas per individual pet. Aggregate anonymized data to inform product development at scale.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FCD34D"/>
                </a:solidFill>
              </a:rPr>
              <a:t>MANUFACTURING &amp; QUALITY CONTROL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Factory Intelligence at Scale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on the production floor delivers real-time quality assurance and equipment health, without shipping sensor data to the cloud.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29968"/>
            <a:ext cx="54864" cy="13258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4144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213969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Quality Inspection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48716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On-line vision models classify kibble size, shape, and color uniformity, detecting defects at production speed and replacing manual sampling.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2029968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029968"/>
            <a:ext cx="54864" cy="13258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44144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213969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Object Detection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94960" y="248716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contaminant detection using vision or metal/density sensors with on-device classification. Millisecond response time vs. cloud latency.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" y="3493008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493008"/>
            <a:ext cx="54864" cy="132588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0448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36027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005840" y="395020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and acoustic edge models detect bearing wear, imbalance, and cavitation weeks before failure on motors, mixers, and conveyors.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54880" y="3493008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3493008"/>
            <a:ext cx="54864" cy="13258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904488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94960" y="360273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Integrity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394960" y="395020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seal failures, fill-level deviations, and label misalignment in real time using compact vision models deployed to line-side devices.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7DD3FC"/>
                </a:solidFill>
              </a:rPr>
              <a:t>SUPPLY CHAIN &amp; LOGISTICS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0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Factory Gate to Pet Bowl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intelligence at every node in the chain: from freshness sensing in production to smart inventory in distribution centers.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57400"/>
            <a:ext cx="54864" cy="27432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2860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8163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&amp; Shelf Life Sensing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3337560"/>
            <a:ext cx="2423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gas and chemical sensor arrays with on-device inference to predict remaining shelf life, providing early warning for distribution decisions and recall prevention.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20574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2057400"/>
            <a:ext cx="54864" cy="27432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2860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8163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Compliance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3337560"/>
            <a:ext cx="2423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devices monitor temperature, humidity, and vibration continuously. On-device ML flags excursions and predicts spoilage risk with no connectivity required.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20574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2057400"/>
            <a:ext cx="54864" cy="27432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860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28163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Inventory &amp; DC Vision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72200" y="3337560"/>
            <a:ext cx="2423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models on distribution center cameras track pallet counts, SKU identification, and pick error rates, delivering real-time inventory intelligence without ERP lag.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AA"/>
                </a:solidFill>
              </a:rPr>
              <a:t>THE EDGE IMPULSE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Platform.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Infinite Applications.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 case on these slides runs on the same Edge Impulse workflow, from first sensor reading to production deployment.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2651760" cy="21488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697480"/>
            <a:ext cx="265176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1635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94560" y="2788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" y="32186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" y="36118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label sensor data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39959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model training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43799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audio, vision, IMU, and custom sensors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2697480"/>
            <a:ext cx="2651760" cy="21488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2697480"/>
            <a:ext cx="265176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816352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29200" y="2788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337560" y="32186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429000" y="36118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any edge chip (Arm, RISC-V, x86)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429000" y="39959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and 16-bit quantization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429000" y="43799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library, Linux binary, or containerized edge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035040" y="2697480"/>
            <a:ext cx="2651760" cy="21488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35040" y="269748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816352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863840" y="2788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172200" y="32186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263640" y="36118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model updates to entire fleets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263640" y="39959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performance monitoring per device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263640" y="43799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retraining pipelines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D4AA"/>
                </a:solidFill>
              </a:rPr>
              <a:t>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Path Forward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229600" cy="9144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7373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2 to 3 Priority Use Cases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130552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Edge AI opportunities against Purina's biggest pain points: product differentiation, factory quality cost, or supply chain risk. Pick the 2-3 with the best effort-to-impact ratio for a 90-day sprint.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8229600" cy="9144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743200"/>
            <a:ext cx="54864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7889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83464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Rapid Proof of Concept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182112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Edge Impulse to go from sensor data to a deployed model in weeks, not quarters. A focused PoC with real Purina hardware validates feasibility and builds internal momentum before any large investment.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8229600" cy="9144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79476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8404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88620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Internal Platform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233672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shared data pipelines, model governance, and deployment infrastructure so every future Edge AI project at Purina starts from a solid foundation rather than from scratch.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explore? Let's define the roadmap together.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Edge AI Opportunity at Nestle Purina</dc:title>
  <dc:subject>PptxGenJS Presentation</dc:subject>
  <dc:creator>Edge Impulse</dc:creator>
  <cp:lastModifiedBy>Edge Impulse</cp:lastModifiedBy>
  <cp:revision>1</cp:revision>
  <dcterms:created xsi:type="dcterms:W3CDTF">2026-04-09T15:07:08Z</dcterms:created>
  <dcterms:modified xsi:type="dcterms:W3CDTF">2026-04-09T15:07:08Z</dcterms:modified>
</cp:coreProperties>
</file>